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5" y="-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934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the architecture breakdown of The Darkroom portfolio. In this presentation, I will detail the engineering, design principles, and tactile interaction models created for my personal site. The goal was to break away from generic templates and craft an authentic digital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objective was clear: replace passive resume text with active, verifiable software prototypes. Here you see project 01, featuring interactive sample data toggles so visitors can test interface behaviors live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details the strategic rationale behind the site. Recruiters do not just want static screenshots; they want proof of engineering execution, problem-solving depth, and attention to micro-interactions.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central creative concept is the darkroom safelight. Red accent light illuminated across the portrait eyes in the hero section directly translates into interface behavior: hovering over contact frames exposes details and ignites surrounding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principles guided every engineering decision. Motion is never purely aesthetic—it communicates state change. Tactile feedback reassures the user, while production rigor ensures high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on slide 6 we analyze visual design hierarchy. The numbered red markers on the left correspond directly to the text breakdown on the right: display headline, role label, and safelight accent emphasis.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Gestalt principles ensure intuitive scanning. Proximity groups frame elements; similarity establishes structural consistency; figure-ground separates lit active frames from dark inactive background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demonstrates the complete frame development pipeline. When clicked, a frame progresses through raw, lit, mid-develop, and developed states, unlocking interactive mini-apps like the chess puzzle shown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provides a complete anatomical inventory of the site. Each card features a tight screenshot, section name, and 1-line plain language interaction definition verified directly against codebase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expands the design system into three distinct zones: color tokens and fonts on the left, micro-interaction component states in the middle, and live film stock themes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 is an iterative learning process. Here I highlight four real production challenges encountered while building The Darkroom, along with the implemented code fixes and architecture insights gained.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reviewing The Darkroom portfolio. The complete codebase is deployed live at yatinportfolio.vercel.app. I welcome your questions and feedback on the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1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08660"/>
            <a:ext cx="4937760" cy="53035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blurRad="152400" dist="508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731520" y="1097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326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DARKROOM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81863"/>
            <a:ext cx="4434840" cy="619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Portfolio</a:t>
            </a:r>
          </a:p>
        </p:txBody>
      </p:sp>
      <p:sp>
        <p:nvSpPr>
          <p:cNvPr id="5" name="Text 3"/>
          <p:cNvSpPr/>
          <p:nvPr/>
        </p:nvSpPr>
        <p:spPr>
          <a:xfrm>
            <a:off x="731520" y="3129487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Yatin Patil</a:t>
            </a:r>
          </a:p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 No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A201</a:t>
            </a:r>
          </a:p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B. Tech Information Technology</a:t>
            </a:r>
          </a:p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:UIUX</a:t>
            </a:r>
          </a:p>
        </p:txBody>
      </p:sp>
      <p:sp>
        <p:nvSpPr>
          <p:cNvPr id="6" name="Shape 4"/>
          <p:cNvSpPr/>
          <p:nvPr/>
        </p:nvSpPr>
        <p:spPr>
          <a:xfrm>
            <a:off x="731520" y="475488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E1D5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920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YATIN PATIL 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Site: https://yatinportfolio.vercel.app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731520"/>
            <a:ext cx="5971032" cy="5303520"/>
          </a:xfrm>
          <a:prstGeom prst="roundRect">
            <a:avLst>
              <a:gd name="adj" fmla="val 1852"/>
            </a:avLst>
          </a:prstGeom>
          <a:solidFill>
            <a:srgbClr val="FFB9A0"/>
          </a:solidFill>
          <a:ln w="12700">
            <a:solidFill>
              <a:srgbClr val="FFB9A0"/>
            </a:solidFill>
            <a:prstDash val="solid"/>
          </a:ln>
        </p:spPr>
      </p:sp>
      <p:pic>
        <p:nvPicPr>
          <p:cNvPr id="9" name="Image 0" descr="E:\SELF\portfolio\scratch\deck_builder\assets\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172" y="1691640"/>
            <a:ext cx="5413248" cy="33832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Introduction  |  Slide 1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&amp; Tactile Engineering Goals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THE PROBLEM WITH MODERN PORTFOLIOS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developer portfolios feel identical: generic cards, static grids, and uninspired layouts. They fail to convey technical craftsmanship, tactile interaction quality, or personal brand identity.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931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CORE ENGINEERING OBJECTIVE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high-performance web app anchored in analog darkroom aesthetics. Integrate real interactive prototypes with explicit "Sample data" labels to maintain complete honesty and tactile engagement.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FD866"/>
          </a:solidFill>
          <a:ln w="12700">
            <a:solidFill>
              <a:srgbClr val="FFD866"/>
            </a:solidFill>
            <a:prstDash val="solid"/>
          </a:ln>
        </p:spPr>
      </p:sp>
      <p:pic>
        <p:nvPicPr>
          <p:cNvPr id="11" name="Image 0" descr="E:\SELF\portfolio\scratch\deck_builder\assets\work_proto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3200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309360" y="48463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Work section featuring real interactive state toggles and micro interaction to engage the user.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and Need  |  Slide 2 </a:t>
            </a:r>
            <a:r>
              <a:rPr lang="en-US" sz="90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12  </a:t>
            </a: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Build "The Darkroom"? Strategic Need &amp; Differentiator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27000" dist="381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45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 NEED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2278532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leads and senior recruiters review hundreds of portfolio links weekly. They need instant visual impact paired with verifiable front-end rigor.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27000" dist="381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645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0" y="2278532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Instead of abstract mockups, the Darkroom provides real working mini-apps: chess puzzle, audio drum pad, football mini game and customizable film stock themes.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27000" dist="381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645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 RIGOR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21040" y="2278532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with Next.js 14, Framer Motion, custom HTML5 canvas video scrubbing, and fully accessible ARIA focus management verified across responsive viewports.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and Need  |  Slide 3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Concept: The Darkroom Safelight Metaphor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FFD866"/>
          </a:solidFill>
          <a:ln w="12700">
            <a:solidFill>
              <a:srgbClr val="FFD866"/>
            </a:solidFill>
            <a:prstDash val="solid"/>
          </a:ln>
        </p:spPr>
      </p:sp>
      <p:pic>
        <p:nvPicPr>
          <p:cNvPr id="5" name="Image 0" descr="E:\SELF\portfolio\scratch\deck_builder\assets\concept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4937760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26480" y="1280160"/>
            <a:ext cx="5486400" cy="3931920"/>
          </a:xfrm>
          <a:prstGeom prst="roundRect">
            <a:avLst>
              <a:gd name="adj" fmla="val 2326"/>
            </a:avLst>
          </a:prstGeom>
          <a:solidFill>
            <a:srgbClr val="FFD866"/>
          </a:solidFill>
          <a:ln w="12700">
            <a:solidFill>
              <a:srgbClr val="FFD866"/>
            </a:solidFill>
            <a:prstDash val="solid"/>
          </a:ln>
        </p:spPr>
      </p:sp>
      <p:pic>
        <p:nvPicPr>
          <p:cNvPr id="7" name="Image 1" descr="E:\SELF\portfolio\scratch\deck_builder\assets\concep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463040"/>
            <a:ext cx="5120640" cy="3566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5"/>
          <p:cNvSpPr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in the hero becomes light in the interface: Hovering over darkroom frames ignites safelight illumination, dimming neighboring frames to bring focal contrast to active elements.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and Need  |  Slide 4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PRINCIPLES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Engineering &amp; Design Principles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45920" y="1554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Purposeful Motion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Physics-based Framer Motion springs with reduced-motion fallback options for user accessibility.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554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315200" y="1554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Tactile Feedback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2240" y="21031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cursor states, audio cues, and instant visual state feedback on every interactive element.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645920" y="39319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Content-First Layouts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44805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decorative clutter. High-contrast typography and strict grid alignments guide the user flow.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365760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315200" y="39319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Rigor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92240" y="44805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TypeScript type safety, SSR hydration compatibility, zero layout shifts, and 100% verified claims.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5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Design: Hierarchy &amp; Typography Pairing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669280" cy="4754880"/>
          </a:xfrm>
          <a:prstGeom prst="roundRect">
            <a:avLst>
              <a:gd name="adj" fmla="val 1923"/>
            </a:avLst>
          </a:prstGeom>
          <a:solidFill>
            <a:srgbClr val="8FD3DC"/>
          </a:solidFill>
          <a:ln w="12700">
            <a:solidFill>
              <a:srgbClr val="8FD3DC"/>
            </a:solidFill>
            <a:prstDash val="solid"/>
          </a:ln>
        </p:spPr>
      </p:sp>
      <p:pic>
        <p:nvPicPr>
          <p:cNvPr id="5" name="Image 0" descr="E:\SELF\portfolio\scratch\deck_builder\assets\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588" y="3287153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588" y="3287153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2968" y="2855289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2968" y="2855289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588" y="3682393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588" y="3682393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128016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14173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Display Hierarchy 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83680" y="17373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700 bold typography at clamp ensures instant readability and commanding presence.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0" y="288036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0" y="30175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Role Label (Mono/Sans Pairing)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0" y="33375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Upper-case role label paired with clean sans-serif body text.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0" y="448056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4617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Accent Focus Word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583680" y="49377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Framer Motion spring-animated italic accent word ("effortless.") highlighted with safelight red token.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6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&amp; LAYOUT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Principles in Contact Sheet Layout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669280" cy="4754880"/>
          </a:xfrm>
          <a:prstGeom prst="roundRect">
            <a:avLst>
              <a:gd name="adj" fmla="val 1923"/>
            </a:avLst>
          </a:prstGeom>
          <a:solidFill>
            <a:srgbClr val="8FD3DC"/>
          </a:solidFill>
          <a:ln w="12700">
            <a:solidFill>
              <a:srgbClr val="8FD3DC"/>
            </a:solidFill>
            <a:prstDash val="solid"/>
          </a:ln>
        </p:spPr>
      </p:sp>
      <p:pic>
        <p:nvPicPr>
          <p:cNvPr id="5" name="Image 0" descr="E:\SELF\portfolio\scratch\deck_builder\assets\sheet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02373" y="2420087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102373" y="2420087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131574" y="1953357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31574" y="1953357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05477" y="2273783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05477" y="2273783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128016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137160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Proximity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83680" y="162763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24px grid gaps group frame headers, sprocket holes, and previews into distinct semantic cards.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0" y="24688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0" y="256032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Similarity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0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Identical 16px border-radius containers maintain visual rhythm across all 6 darkroom frames.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0" y="36576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374904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Figure &amp; Ground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83680" y="400507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Hovering a frame ignites safelight borders while dimming surrounding frames for focal focus.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0" y="484632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83680" y="493776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Grid Breakpoints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519379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Responsive auto-fit layout switches cleanly: 3 cols (desktop), 2 cols (tablet), 1 col (mobile).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7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 &amp; Development Physics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pic>
        <p:nvPicPr>
          <p:cNvPr id="5" name="Image 0" descr="E:\SELF\portfolio\scratch\deck_builder\assets\frame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233172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RAW STATE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Blur filter &amp; sepia tint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sp>
        <p:nvSpPr>
          <p:cNvPr id="10" name="Text 6"/>
          <p:cNvSpPr/>
          <p:nvPr/>
        </p:nvSpPr>
        <p:spPr>
          <a:xfrm>
            <a:off x="347472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HOVER LIT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47472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Safelight glow ignited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21792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pic>
        <p:nvPicPr>
          <p:cNvPr id="13" name="Image 2" descr="E:\SELF\portfolio\scratch\deck_builder\assets\frame_develo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17320"/>
            <a:ext cx="2331720" cy="18288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0936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MID-DEVELOP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30936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Burst animation transition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05256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sp>
        <p:nvSpPr>
          <p:cNvPr id="18" name="Text 12"/>
          <p:cNvSpPr/>
          <p:nvPr/>
        </p:nvSpPr>
        <p:spPr>
          <a:xfrm>
            <a:off x="914400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DEVELOPED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914400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Crisp preview unlocked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8640" y="429768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8FD3DC"/>
          </a:solidFill>
          <a:ln w="12700">
            <a:solidFill>
              <a:srgbClr val="8FD3DC"/>
            </a:solidFill>
            <a:prstDash val="solid"/>
          </a:ln>
        </p:spPr>
      </p:sp>
      <p:pic>
        <p:nvPicPr>
          <p:cNvPr id="21" name="Image 4" descr="E:\SELF\portfolio\scratch\deck_builder\assets\chess_op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389120"/>
            <a:ext cx="2743200" cy="17373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657600" y="4526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UNLOCKED INTERACTIVE MODAL TOY: Clicking Frame 01 opens a fully playable Chess Tactics puzzle with move timer, FEN parser, and sound cues.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8 of 12  |  The Darkroom Portfolio</a:t>
            </a:r>
            <a:endParaRPr lang="en-US" sz="9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929E1BD-B7A4-1F62-8ABE-E0DC86A2AA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3988" y="1371600"/>
            <a:ext cx="1961997" cy="187452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9783AE9-C516-B0B7-B7EE-1C184888A2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0503" y="1396992"/>
            <a:ext cx="1840994" cy="1888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SITE ANATOMY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the Site: Elements &amp; Interactions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5" name="Image 0" descr="E:\SELF\portfolio\scratch\deck_builder\assets\section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44168"/>
            <a:ext cx="2432304" cy="1143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Loading Screen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auto-play preloader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364992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9" name="Image 1" descr="E:\SELF\portfolio\scratch\deck_builder\assets\section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344168"/>
            <a:ext cx="2432304" cy="1143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56432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Hero Film Canvas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456432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scroll plays the film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181344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3" name="Image 2" descr="E:\SELF\portfolio\scratch\deck_builder\assets\section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344168"/>
            <a:ext cx="2432304" cy="1143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72784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Selected Work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272784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interactive prototype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8997696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7" name="Image 3" descr="E:\SELF\portfolio\scratch\deck_builder\assets\section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7424" y="1344168"/>
            <a:ext cx="2432304" cy="1143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Engineering Process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9089136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to highlight step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21" name="Image 4" descr="E:\SELF\portfolio\scratch\deck_builder\assets\section_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493008"/>
            <a:ext cx="2432304" cy="1143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Beyond Pixels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640080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dims &amp; click opens toy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3364992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25" name="Image 5" descr="E:\SELF\portfolio\scratch\deck_builder\assets\section_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20" y="3493008"/>
            <a:ext cx="2432304" cy="11430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456432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About &amp; Obsessions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3456432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pills to highlight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181344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29" name="Image 6" descr="E:\SELF\portfolio\scratch\deck_builder\assets\section_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1072" y="3493008"/>
            <a:ext cx="2432304" cy="11430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272784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Principles Overview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6272784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principle cards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8997696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33" name="Image 7" descr="E:\SELF\portfolio\scratch\deck_builder\assets\section_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07424" y="3493008"/>
            <a:ext cx="2432304" cy="114300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9089136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Moments Deck</a:t>
            </a:r>
            <a:endParaRPr lang="en-US" sz="1000" dirty="0"/>
          </a:p>
        </p:txBody>
      </p:sp>
      <p:sp>
        <p:nvSpPr>
          <p:cNvPr id="35" name="Text 25"/>
          <p:cNvSpPr/>
          <p:nvPr/>
        </p:nvSpPr>
        <p:spPr>
          <a:xfrm>
            <a:off x="9089136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to cycle stack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54864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37" name="Text 27"/>
          <p:cNvSpPr/>
          <p:nvPr/>
        </p:nvSpPr>
        <p:spPr>
          <a:xfrm>
            <a:off x="54864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CURSOR</a:t>
            </a:r>
            <a:endParaRPr lang="en-US" sz="900" dirty="0"/>
          </a:p>
        </p:txBody>
      </p:sp>
      <p:sp>
        <p:nvSpPr>
          <p:cNvPr id="38" name="Shape 28"/>
          <p:cNvSpPr/>
          <p:nvPr/>
        </p:nvSpPr>
        <p:spPr>
          <a:xfrm>
            <a:off x="278892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39" name="Text 29"/>
          <p:cNvSpPr/>
          <p:nvPr/>
        </p:nvSpPr>
        <p:spPr>
          <a:xfrm>
            <a:off x="278892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THEMES WITH T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502920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41" name="Text 31"/>
          <p:cNvSpPr/>
          <p:nvPr/>
        </p:nvSpPr>
        <p:spPr>
          <a:xfrm>
            <a:off x="502920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OFF DEFAULT</a:t>
            </a:r>
            <a:endParaRPr lang="en-US" sz="900" dirty="0"/>
          </a:p>
        </p:txBody>
      </p:sp>
      <p:sp>
        <p:nvSpPr>
          <p:cNvPr id="42" name="Shape 32"/>
          <p:cNvSpPr/>
          <p:nvPr/>
        </p:nvSpPr>
        <p:spPr>
          <a:xfrm>
            <a:off x="726948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43" name="Text 33"/>
          <p:cNvSpPr/>
          <p:nvPr/>
        </p:nvSpPr>
        <p:spPr>
          <a:xfrm>
            <a:off x="726948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KEYBOARD ARIA</a:t>
            </a:r>
            <a:endParaRPr lang="en-US" sz="900" dirty="0"/>
          </a:p>
        </p:txBody>
      </p:sp>
      <p:sp>
        <p:nvSpPr>
          <p:cNvPr id="44" name="Shape 34"/>
          <p:cNvSpPr/>
          <p:nvPr/>
        </p:nvSpPr>
        <p:spPr>
          <a:xfrm>
            <a:off x="950976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45" name="Text 35"/>
          <p:cNvSpPr/>
          <p:nvPr/>
        </p:nvSpPr>
        <p:spPr>
          <a:xfrm>
            <a:off x="950976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REDUCED MOTION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Learning  |  Slide 9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D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System: Tokens, Component States &amp; Themes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474720" cy="48463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ZONE 1 · VERIFIED TOKENS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0C0C0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1828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(#0C0C0E)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121216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 (rgba(18,18,22))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3EEE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743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(#F3EEE7)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2004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9A958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 (#9A958E)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4B3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657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Safelight (#FF4B3A)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 ROLES (Inter)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52628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Display / H1: Inter 700 Bold</a:t>
            </a:r>
            <a:endParaRPr lang="en-US" sz="10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Section H2: Inter 700 Bold</a:t>
            </a:r>
            <a:endParaRPr lang="en-US" sz="10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Body: Inter 400 Regular</a:t>
            </a:r>
            <a:endParaRPr lang="en-US" sz="10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Label: Inter 600 Monospace/Caps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06240" y="1280160"/>
            <a:ext cx="7132320" cy="2286000"/>
          </a:xfrm>
          <a:prstGeom prst="roundRect">
            <a:avLst>
              <a:gd name="adj" fmla="val 4000"/>
            </a:avLst>
          </a:prstGeom>
          <a:solidFill>
            <a:srgbClr val="BBA6F0"/>
          </a:solidFill>
          <a:ln w="12700">
            <a:solidFill>
              <a:srgbClr val="BBA6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0" y="1417320"/>
            <a:ext cx="6766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ZONE 2 · COMPONENT STATES</a:t>
            </a:r>
            <a:endParaRPr lang="en-US" sz="1000" dirty="0"/>
          </a:p>
        </p:txBody>
      </p:sp>
      <p:pic>
        <p:nvPicPr>
          <p:cNvPr id="20" name="Image 0" descr="E:\SELF\portfolio\scratch\deck_builder\assets\states_cur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91640"/>
            <a:ext cx="3291840" cy="10972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389120" y="288036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206240" y="3749040"/>
            <a:ext cx="7132320" cy="2377440"/>
          </a:xfrm>
          <a:prstGeom prst="roundRect">
            <a:avLst>
              <a:gd name="adj" fmla="val 3846"/>
            </a:avLst>
          </a:prstGeom>
          <a:solidFill>
            <a:srgbClr val="BBA6F0"/>
          </a:solidFill>
          <a:ln w="12700">
            <a:solidFill>
              <a:srgbClr val="BBA6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389120" y="3886200"/>
            <a:ext cx="6766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ZONE 3 · ONE LAYOUT, THREE FILM STOCKS (PRESS T TO CYCLE)</a:t>
            </a:r>
            <a:endParaRPr lang="en-US" sz="1000" dirty="0"/>
          </a:p>
        </p:txBody>
      </p:sp>
      <p:pic>
        <p:nvPicPr>
          <p:cNvPr id="25" name="Image 2" descr="E:\SELF\portfolio\scratch\deck_builder\assets\theme_portra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4160520"/>
            <a:ext cx="2194560" cy="13716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389120" y="5577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Portra (warm peach)</a:t>
            </a:r>
            <a:endParaRPr lang="en-US" sz="950" dirty="0"/>
          </a:p>
        </p:txBody>
      </p:sp>
      <p:pic>
        <p:nvPicPr>
          <p:cNvPr id="27" name="Image 3" descr="E:\SELF\portfolio\scratch\deck_builder\assets\theme_cinestill_she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4160520"/>
            <a:ext cx="2194560" cy="13716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675120" y="5577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CineStill (teal)</a:t>
            </a:r>
            <a:endParaRPr lang="en-US" sz="950" dirty="0"/>
          </a:p>
        </p:txBody>
      </p:sp>
      <p:pic>
        <p:nvPicPr>
          <p:cNvPr id="29" name="Image 4" descr="E:\SELF\portfolio\scratch\deck_builder\assets\theme_trix_she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0" y="4160520"/>
            <a:ext cx="2194560" cy="13716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8961120" y="5577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Tri-X (monochrome)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Learning  |  Slide 10 of 12  |  The Darkroom Portfolio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965734C5-CDD4-8CB8-567F-AC581521EF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1671579"/>
            <a:ext cx="3457748" cy="1048761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B6D36B1-D67B-AEB2-090A-460B560FDA88}"/>
              </a:ext>
            </a:extLst>
          </p:cNvPr>
          <p:cNvSpPr txBox="1"/>
          <p:nvPr/>
        </p:nvSpPr>
        <p:spPr>
          <a:xfrm>
            <a:off x="4618653" y="2903220"/>
            <a:ext cx="3030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Before exploring components</a:t>
            </a:r>
          </a:p>
          <a:p>
            <a:endParaRPr lang="en-IN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5ADE6D-6722-1D86-EFC4-F1CA4B579F4E}"/>
              </a:ext>
            </a:extLst>
          </p:cNvPr>
          <p:cNvSpPr txBox="1"/>
          <p:nvPr/>
        </p:nvSpPr>
        <p:spPr>
          <a:xfrm>
            <a:off x="8528179" y="2958584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After exploring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D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LESSONS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Lessons: What Went Wrong &amp; Implemented Fixes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8988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PROBLEM: Canvas Frame Lag on Mobile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Implemented progressive 2-stage chunk loading (frames 1..120 preloaded, rest background pooled).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94960" y="138988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Never block UI threads with synchronous frame fetching.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51460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2432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PROBLEM: Accidental Keyboard Theme Triggers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Added focus guards for onKeyDown to bypass T-key trigger inside input &amp; editable tags.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94960" y="26243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Keyboard shortcuts must respect DOM focus context.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74904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462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/>
            <a:r>
              <a:rPr lang="en-US" sz="1400" b="1" dirty="0">
                <a:solidFill>
                  <a:srgbClr val="CC3300"/>
                </a:solidFill>
                <a:latin typeface="Inter" panose="020B0502030000000004" pitchFamily="34" charset="0"/>
                <a:ea typeface="Inter" panose="020B0502030000000004" pitchFamily="34" charset="0"/>
                <a:cs typeface="Inter" pitchFamily="34" charset="-120"/>
              </a:rPr>
              <a:t>PROBLEM: </a:t>
            </a:r>
            <a:r>
              <a:rPr lang="en-IN" sz="1400" b="1" dirty="0">
                <a:solidFill>
                  <a:srgbClr val="CC3300"/>
                </a:solidFill>
                <a:latin typeface="Inter" panose="020B0502030000000004" pitchFamily="34" charset="0"/>
                <a:ea typeface="Inter" panose="020B0502030000000004" pitchFamily="34" charset="0"/>
              </a:rPr>
              <a:t>Unclear Hover Affordances on Darkroom Frames</a:t>
            </a:r>
          </a:p>
          <a:p>
            <a:br>
              <a:rPr lang="en-IN" sz="1400" b="1" dirty="0">
                <a:solidFill>
                  <a:srgbClr val="CC3300"/>
                </a:solidFill>
                <a:latin typeface="Inter" panose="020B0502030000000004" pitchFamily="34" charset="0"/>
                <a:ea typeface="Inter" panose="020B0502030000000004" pitchFamily="34" charset="0"/>
              </a:rPr>
            </a:br>
            <a:endParaRPr lang="en-US" sz="1400" b="1" dirty="0">
              <a:solidFill>
                <a:srgbClr val="CC3300"/>
              </a:solidFill>
              <a:latin typeface="Inter" panose="020B0502030000000004" pitchFamily="34" charset="0"/>
              <a:ea typeface="Inter" panose="020B05020300000000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2960" y="41605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Added safelight border ignition ,cursor label state and subtle container elevation glow on hover.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94960" y="38587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Interactive elements must provide immediate visual feedback before user clicks.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98348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093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PROBLEM: Accessibility &amp; Reduced Motion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539496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Integrated prefers-reduced-motion queries to skip canvas autoplay.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509320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Motion must be decorative, never mandatory for task completion.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Learning  |  Slide 11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9F5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6217920" cy="530352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/>
          <a:effectLst>
            <a:outerShdw blurRad="152400" dist="508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6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 &amp; FUTURE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649657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24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"The Darkroom" proved that modern portfolios can combine high performance with rich tactile personality.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146293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6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NEXT (FUTURE ROADMAP):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512053"/>
            <a:ext cx="5669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Mobile Frame Pool: Serving smaller 720p webp frames on mobile connections.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Direct Skip Intro: Adding explicit intro skip button for returning visitors.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WebGL Shaders: Upgrading darkroom developer liquid blur with custom GLSL shaders.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0" y="731520"/>
            <a:ext cx="4389120" cy="5303520"/>
          </a:xfrm>
          <a:prstGeom prst="roundRect">
            <a:avLst>
              <a:gd name="adj" fmla="val 2083"/>
            </a:avLst>
          </a:prstGeom>
          <a:solidFill>
            <a:srgbClr val="9ADFB5"/>
          </a:solidFill>
          <a:ln w="12700">
            <a:solidFill>
              <a:srgbClr val="9ADF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0" y="100584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6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THE LIVE PORTFOLIO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33525" y="4764211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https://yatinportfolio.vercel.app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  |  Slide 12 of 12  |  The Darkroom Portfolio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534251F-CDDD-8C13-60E8-9545A24AA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490" y="2093789"/>
            <a:ext cx="2249505" cy="2234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1560</Words>
  <Application>Microsoft Office PowerPoint</Application>
  <PresentationFormat>Widescreen</PresentationFormat>
  <Paragraphs>180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Darkroom: Designing a Personal Portfolio</dc:title>
  <dc:subject>PptxGenJS Presentation</dc:subject>
  <dc:creator>Yatin Patil</dc:creator>
  <cp:lastModifiedBy>YATIN PATIL</cp:lastModifiedBy>
  <cp:revision>13</cp:revision>
  <dcterms:created xsi:type="dcterms:W3CDTF">2026-10-06T20:49:09Z</dcterms:created>
  <dcterms:modified xsi:type="dcterms:W3CDTF">2026-10-06T21:40:44Z</dcterms:modified>
</cp:coreProperties>
</file>