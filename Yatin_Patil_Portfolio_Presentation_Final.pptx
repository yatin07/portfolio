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2656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6B6D4"/>
                </a:solidFill>
              </a:defRPr>
            </a:pPr>
            <a:r>
              <a:t>PORTFOLIO DESIGN &amp; ENGINEERING CASE STUDY</a:t>
            </a:r>
          </a:p>
          <a:p>
            <a:pPr>
              <a:spcAft>
                <a:spcPts val="800"/>
              </a:spcAft>
              <a:defRPr sz="3000" b="1">
                <a:solidFill>
                  <a:srgbClr val="F8FAFC"/>
                </a:solidFill>
              </a:defRPr>
            </a:pPr>
            <a:r>
              <a:t>Yatin Patil — Creative Developer Portfolio</a:t>
            </a:r>
          </a:p>
          <a:p>
            <a:pPr>
              <a:spcAft>
                <a:spcPts val="2200"/>
              </a:spcAft>
              <a:defRPr sz="1600">
                <a:solidFill>
                  <a:srgbClr val="F59E0B"/>
                </a:solidFill>
              </a:defRPr>
            </a:pPr>
            <a:r>
              <a:t>Project Objectives, Rationale, Core Principles, Features &amp; Key Learnings</a:t>
            </a:r>
          </a:p>
          <a:p>
            <a:pPr>
              <a:spcAft>
                <a:spcPts val="2400"/>
              </a:spcAft>
              <a:defRPr sz="1200">
                <a:solidFill>
                  <a:srgbClr val="CBD5E1"/>
                </a:solidFill>
              </a:defRPr>
            </a:pPr>
            <a:r>
              <a:t>An in-depth structural review of a high-end cinematic developer portfolio built with Next.js 16, TypeScript, HTML5 Canvas 2D frame sequence rendering, Framer Motion spring physics, and dynamic theme tokens.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PRESENTED BY: Yatin Patil   |   LIVE PORTFOLIO: https://yatinportfolio.vercel.app/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01 /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Core Objectives &amp; Project Goals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Key benchmarks established before building the portfolio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Demonstrate Full-Stack Mastery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Showcase proficiency in Next.js 16, TypeScript, React 19, and advanced 60 FPS animation techniques.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Craft a Distinct Visual Identity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Engineered a unique analog film darkroom theme that sets the portfolio apart from generic templates.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Deliver High Engagement &amp; Interactivity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Features 3D canvas scroll scrubbing, 6 customizable film stock color themes, and dynamic micro-interactions.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48640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Preserve Authentic Original Work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Integrates physical hand-drawn sketches and real hackathon event memories cleanly without synthetic alteration.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02 /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Why Create a Portfolio? — The Industry Need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Transitioning from static paper resumes to a live, interactive proof-of-work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4225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78505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Static Resume Constraints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Resumes fail to convey interaction design, motion physics, responsiveness, or front-end code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4225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78505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Concrete Proof of Execution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A live functional portfolio provides undeniable proof of building ability from concept to production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4225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78505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Recall Value &amp; Personal Brand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A custom cinematic darkroom aesthetic creates strong memory recall for recruiters and engineering leaders.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4225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78505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Continuous Technical Sandbox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Serves as an active laboratory to test novel web technologies like HTML5 canvas scrubbing and CSS custom design tokens.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03 /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Core Design &amp; UX Principles Applied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Establishing optical hierarchy, theme tokens, spatial depth, and responsive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Analog Film Aesthetic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Inspired by classic photography film stock (Kodak Gold 200, Portra 400, Cinestill 800T, Tri-X B&amp;W) with 6 dynamic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Optical Hierarchy &amp; Typography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Combining Inter for high legibility body text with monospace fonts for technical metadata and frame counters.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Glassmorphism &amp; Depth Layers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Translucent card surfaces (`#1E293B`), subtle glowing borders, and spatial layering for logical content separation.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48640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Responsive Micro-Interactions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Subtle hover states, custom cursor cues, ambient audio toggle, and keyboard shortcut toasts ('T' for theme switcher).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04 / ENGINEERING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Technical &amp; Architectural Principles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Building for performance, code maintainability, and fluid animation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Performance-First Canvas Engine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Renders a 213-frame scroll sequence using HTML5 2D Canvas preloading, maintaining 60 FPS without heavy WebGL overhead.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Type-Safe Modular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Built on Next.js 16 App Router and TypeScript, enforcing strict data schemas for projects, timeline cards, and film themes.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Instant CSS Token Theme Switching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Theme updates modify CSS root custom properties in real time across the DOM without re-renders or page reloads.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48640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Physics-Driven Motion Component State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Framer Motion spring physics drive card stacking, polaroid popups, and smooth modal transitions.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05 /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Theme Engine &amp; 3D Scroll Canvas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Production site screenshots showcasing active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700784"/>
            <a:ext cx="5193792" cy="45537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heme_switcher_cinestill_17913094324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63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Film Theme Switcher ('T' Key Modal — Cinestill 800T Active)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700784"/>
            <a:ext cx="5315407" cy="45537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oll_canvas_section_17913094797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524225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6263640"/>
            <a:ext cx="5242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213-Frame Interactive HTML5 Canvas 3D Sequence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06 / AUTHENTIC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Preserving Traditional Hand-Drawn Artwork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Authentic original pencil &amp; graphite sketches created by Yatin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700784"/>
            <a:ext cx="3364992" cy="45537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ivaji_mahara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329184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63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Chhatrapati Shivaji Maharaj Sketch (Original Artwork)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700784"/>
            <a:ext cx="3364992" cy="45537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d_accent_portra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37360"/>
            <a:ext cx="329184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6263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Red Accent Portrait Sketch (Original Drawing)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700784"/>
            <a:ext cx="3364992" cy="45537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avy_hair_portrai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37360"/>
            <a:ext cx="3291840" cy="4480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0" y="6263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Wavy Hair Portrait Sketch (Original Graphite Study)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07 / EVENT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Moments Section — Hackathon Card Deck &amp; Polaroid Popups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 event photos popping up dynamically into spatial margins on card bring-to-front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700784"/>
            <a:ext cx="3364992" cy="45537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h_2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329184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63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Smart India Hackathon (SIH 2025)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700784"/>
            <a:ext cx="3364992" cy="45537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bile_app_exp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37360"/>
            <a:ext cx="329184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6263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Mobile App Expo (6th Sem 2026)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700784"/>
            <a:ext cx="3364992" cy="45537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mfiesta_2025_gro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37360"/>
            <a:ext cx="3291840" cy="4480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0" y="6263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NM Fiesta 2025 Team Moment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08 / DESIGN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Key Design &amp; UX Insights Gained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Insights from user testing, visual balancing, and spatial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Color Theory in Dynamic Themes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Creating 6 film color profiles required strict token abstraction to guarantee text legibility across all theme switches.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Balancing Novelty &amp; Usability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Scrolljacked canvas animation offers a cinematic entry, but seamlessly returns control to natural page scrolling.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Spatial Margin Planning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Reserving empty margin space around 3D card decks allowed floating polaroids to animate without cluttering copy.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48640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Accessibility Standards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Enforcing strict WCAG contrast ratios while preserving an authentic darkroom visual aesthetic.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09 / TECHNICAL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Technical &amp; Engineering Insights Gained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Overcoming browser rendering bottlenecks and state synchronization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Canvas Image Preloading Cache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Preloading 213 frames into HTMLImageElement memory cache eliminated rendering flicker during fast scroll scrubbing.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Layout Thrashing Prevention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Debouncing resize listeners and caching canvas container bounds maintained steady 60 FPS render loops.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State Optimization via CSS Tokens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Pairing React Context with root CSS custom properties enabled instant global theme switching with zero DOM re-renders.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48640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Framer Motion Physics Tuning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Adjusting stiffness and damping parameters created fluid 3D card deck shuffling without animation jitter.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10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Future Architectural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Summary of impact and next-phase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Project Summary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The portfolio successfully unifies an analog film visual identity with modern full-stack web engineering, delivering a memorable, high-performance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1072865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Measurable Impact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Provides a compelling, interactive showcase of full-stack engineering skills, UI/UX craftsmanship, and authentic creative endeavors.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937760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Future Enhancements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Integrating a WebGL 3D darkroom photo enlarger simulator, an MDX technical blog engine, and automated CI/CD deployment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